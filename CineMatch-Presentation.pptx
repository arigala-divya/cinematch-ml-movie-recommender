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Customer Segment Distribution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5E7-4273-8A46-3F7404E149E9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5E7-4273-8A46-3F7404E149E9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5E7-4273-8A46-3F7404E149E9}"/>
              </c:ext>
            </c:extLst>
          </c:dPt>
          <c:dPt>
            <c:idx val="3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5E7-4273-8A46-3F7404E149E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2044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5E7-4273-8A46-3F7404E149E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2044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5E7-4273-8A46-3F7404E149E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2044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5E7-4273-8A46-3F7404E149E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2044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5E7-4273-8A46-3F7404E149E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Kids (5-12)</c:v>
                </c:pt>
                <c:pt idx="1">
                  <c:v>Teens (13-17)</c:v>
                </c:pt>
                <c:pt idx="2">
                  <c:v>Young Adults (18-35)</c:v>
                </c:pt>
                <c:pt idx="3">
                  <c:v>Adults (35+)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20</c:v>
                </c:pt>
                <c:pt idx="2">
                  <c:v>40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5E7-4273-8A46-3F7404E149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Avg Rating by Genre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20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Action</c:v>
                </c:pt>
                <c:pt idx="1">
                  <c:v>Drama</c:v>
                </c:pt>
                <c:pt idx="2">
                  <c:v>Comedy</c:v>
                </c:pt>
                <c:pt idx="3">
                  <c:v>Sci-Fi</c:v>
                </c:pt>
                <c:pt idx="4">
                  <c:v>Animation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4.0999999999999996</c:v>
                </c:pt>
                <c:pt idx="1">
                  <c:v>4.4000000000000004</c:v>
                </c:pt>
                <c:pt idx="2">
                  <c:v>3.8</c:v>
                </c:pt>
                <c:pt idx="3">
                  <c:v>4.2</c:v>
                </c:pt>
                <c:pt idx="4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90-46DE-B629-FFF5A5E158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875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2286000"/>
            <a:ext cx="2011680" cy="201168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14B8A6"/>
                </a:solidFill>
              </a:rPr>
              <a:t>APPLIED MACHINE LEARNING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Customer Segmentation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14B8A6"/>
                </a:solidFill>
              </a:rPr>
              <a:t>using Clustering Algorithms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3200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4A3B8"/>
                </a:solidFill>
              </a:rPr>
              <a:t>Intelligent movie recommendations powered by unsupervised 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2011680" cy="77724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40050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43525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Phases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0" y="3977640"/>
            <a:ext cx="2011680" cy="77724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926080" y="40050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26080" y="43525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Algorithms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3977640"/>
            <a:ext cx="2011680" cy="77724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03520" y="40050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Web App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03520" y="43525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Deliverable</a:t>
            </a:r>
            <a:endParaRPr lang="en-US" sz="900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80825484-DF44-2E19-FDFE-47F6378B85C4}"/>
              </a:ext>
            </a:extLst>
          </p:cNvPr>
          <p:cNvSpPr/>
          <p:nvPr/>
        </p:nvSpPr>
        <p:spPr>
          <a:xfrm>
            <a:off x="548640" y="164592"/>
            <a:ext cx="6400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A42DFD8A-597E-CE7D-2B69-9CB246A5FC6A}"/>
              </a:ext>
            </a:extLst>
          </p:cNvPr>
          <p:cNvSpPr/>
          <p:nvPr/>
        </p:nvSpPr>
        <p:spPr>
          <a:xfrm>
            <a:off x="548640" y="164592"/>
            <a:ext cx="13716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4F163E9A-8B86-24D6-651D-539B8F5D37D7}"/>
              </a:ext>
            </a:extLst>
          </p:cNvPr>
          <p:cNvSpPr/>
          <p:nvPr/>
        </p:nvSpPr>
        <p:spPr>
          <a:xfrm>
            <a:off x="1261872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Arigala Divya Sreenidhi</a:t>
            </a:r>
            <a:endParaRPr lang="en-US" sz="13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F8160BD4-20F1-71FD-D517-D968255213BA}"/>
              </a:ext>
            </a:extLst>
          </p:cNvPr>
          <p:cNvSpPr/>
          <p:nvPr/>
        </p:nvSpPr>
        <p:spPr>
          <a:xfrm>
            <a:off x="1261872" y="4663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dirty="0"/>
              <a:t>590011331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STATEMENT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044"/>
                </a:solidFill>
              </a:rPr>
              <a:t>How can businesses deliver personalized experiences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F2044"/>
                </a:solidFill>
              </a:rPr>
              <a:t>when every customer is different?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71600" y="2148840"/>
            <a:ext cx="594360" cy="59436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0" y="21396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</a:rPr>
              <a:t>One-Size-Fits-All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18688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Generic recommendations fail to match diverse customer tastes and viewing habits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24028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206240" y="2148840"/>
            <a:ext cx="594360" cy="59436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206240" y="21396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1840" y="27889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</a:rPr>
              <a:t>No Behavioral Insight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3218688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Raw data provides no actionable groupings to guide marketing or content strategy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24028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040880" y="2148840"/>
            <a:ext cx="594360" cy="59436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040880" y="21396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26480" y="27889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</a:rPr>
              <a:t>Manual Labeling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3218688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Human-labeled segments are expensive, slow, and don't scale with growing user bases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→  Solution: Group customers automatically using unsupervised ML clustering, then tailor recommendations per segment.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PIPELINE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371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A 4-phase end-to-end ML system — from raw data to live web app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920240" cy="3200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132588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Collection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&amp; Preprocessing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907792"/>
            <a:ext cx="1700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Customer CSV ingestion, cleaning, feature engineering, normalization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94560" y="2606040"/>
            <a:ext cx="25603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50592" y="1234440"/>
            <a:ext cx="1920240" cy="3200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450592" y="1234440"/>
            <a:ext cx="192024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044952" y="1325880"/>
            <a:ext cx="731520" cy="7315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044952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42032" y="217627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Clustering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&amp; Segmentation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907792"/>
            <a:ext cx="1700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K-Means + Elbow Method to find optimal clusters; segment profiling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70832" y="2606040"/>
            <a:ext cx="25603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26864" y="1234440"/>
            <a:ext cx="1920240" cy="3200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26864" y="1234440"/>
            <a:ext cx="19202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221224" y="132588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21224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18304" y="217627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Insight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36592" y="2907792"/>
            <a:ext cx="1700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Per-segment analytics: ratings, genre preferences, age group patterns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47104" y="2606040"/>
            <a:ext cx="25603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803136" y="1234440"/>
            <a:ext cx="1920240" cy="3200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803136" y="1234440"/>
            <a:ext cx="192024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397496" y="1325880"/>
            <a:ext cx="731520" cy="7315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97496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94576" y="217627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Recommendation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System + Web App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12864" y="2907792"/>
            <a:ext cx="1700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Content-based filtering with hybrid scores; Flask + React frontend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Tech Stack:  Python  ·  Pandas  ·  Scikit-learn  ·  Flask  ·  React  ·  Jupyter Notebook  ·  CSV Datasets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DATASET &amp; PREPROCESSING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📁  Data Sources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35661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63677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Customers_data.csv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86537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Core customer profiles (age, preferences, engagement)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224942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movies.csv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47802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Movie catalog with genres, metadata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2825496"/>
            <a:ext cx="35661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360" y="286207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ratings.csv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09067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User–movie rating interactions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438144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" y="3474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global_top_movies.csv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37033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Globally trending titles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4050792"/>
            <a:ext cx="35661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4360" y="40873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segment_insights_summary.csv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43159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Post-clustering segment profiles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26280" y="1005840"/>
            <a:ext cx="4251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26280" y="1005840"/>
            <a:ext cx="42519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17720" y="102412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Preprocessing Steps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67335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663440" y="16733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02352" y="16459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</a:rPr>
              <a:t>Data Cleaning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02352" y="18562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Handle missing values, remove duplicates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28600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63440" y="2286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02352" y="22585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</a:rPr>
              <a:t>Feature Engineering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02352" y="24688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Age group binning, hybrid score computation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89864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663440" y="2898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02352" y="287121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</a:rPr>
              <a:t>Normalization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02352" y="30815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Scale features for distance-based clustering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351129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663440" y="3511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02352" y="34838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</a:rPr>
              <a:t>Elbow Analysis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02352" y="36941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Determine optimal K via inertia curve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412394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663440" y="41239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02352" y="40965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</a:rPr>
              <a:t>Segment Labeling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02352" y="430682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Assign meaningful names to each cluster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CLUSTERING METHODOLOGY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6459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303520" cy="35661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303520" cy="50292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K-Means Clustering  (Core Algorithm)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5819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Initialize K centroids randomly in feature space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075688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0756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08483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Assign each customer to the nearest centroid (Euclidean distance)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578608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578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5877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Recompute centroids as the mean of all assigned points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081528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3081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09067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Repeat until convergence (centroids stop moving)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584448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" y="3584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59359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Elbow Method selects optimal K by minimizing inertia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97880" y="960120"/>
            <a:ext cx="2880360" cy="128016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989320" y="10058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Optimal Clusters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13258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K = 4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5989320" y="192024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determined via Elbow Method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97880" y="2395728"/>
            <a:ext cx="2880360" cy="213055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E2E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89320" y="245059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Segments Identified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89320" y="2852928"/>
            <a:ext cx="13716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199632" y="28529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Kids (5–12)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3246120"/>
            <a:ext cx="1371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199632" y="3246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Teens (13–17)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89320" y="3639312"/>
            <a:ext cx="1371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199632" y="36393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Young Adults (18–35)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89320" y="4032504"/>
            <a:ext cx="137160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199632" y="40325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Adults (35+)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Age-based segmentation enables targeted hybrid-score recommendations without labelled training data.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RECOMMENDATION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8229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920240" cy="7315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1115568"/>
            <a:ext cx="731520" cy="7315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11155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User 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359152"/>
            <a:ext cx="1700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Name + Age entered in the web interface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94560" y="2029968"/>
            <a:ext cx="256032" cy="45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50592" y="100584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450592" y="1005840"/>
            <a:ext cx="192024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044952" y="1115568"/>
            <a:ext cx="731520" cy="7315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044952" y="11155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42032" y="19385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Age Classification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359152"/>
            <a:ext cx="1700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Age mapped to one of 4 segments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70832" y="2029968"/>
            <a:ext cx="256032" cy="45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26864" y="100584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26864" y="1005840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221224" y="1115568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21224" y="11155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18304" y="19385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Hybrid Scoring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36592" y="2359152"/>
            <a:ext cx="1700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Content-based filter scores movies by genre, rating &amp; global popularity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47104" y="2029968"/>
            <a:ext cx="256032" cy="45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803136" y="100584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803136" y="1005840"/>
            <a:ext cx="192024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397496" y="1115568"/>
            <a:ext cx="731520" cy="7315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97496" y="11155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94576" y="19385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Top 10 Output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12864" y="2359152"/>
            <a:ext cx="1700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Ranked movie recommendations returned via Flask API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429000"/>
            <a:ext cx="8412480" cy="1325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0080" y="3520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Hybrid Score Formula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391363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hybrid_score  =  α × content_similarity  +  β × avg_rating  +  γ × global_popularity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437083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</a:rPr>
              <a:t>Weights α, β, γ tuned per age segment to reflect differing preferences (e.g. Kids favour popularity; Adults favour ratings)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WEB APPLICATION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09728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12064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12064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30352" y="1005840"/>
            <a:ext cx="128016" cy="128016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100584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32688" y="1005840"/>
            <a:ext cx="128016" cy="128016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133856" y="978408"/>
            <a:ext cx="34747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1097280" y="98755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localhost:5173 / CustomerInsight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02920" y="1417320"/>
            <a:ext cx="4800600" cy="50292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1463040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🎬  CustomerInsight — Personalized Movie Recommendations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029968"/>
            <a:ext cx="457200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49808" y="208483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Enter your name...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2468880"/>
            <a:ext cx="457200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9808" y="2523744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Enter your age...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371600" y="2944368"/>
            <a:ext cx="31089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371600" y="29443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Get Recommendations 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493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</a:rPr>
              <a:t>🎯  Your Segment: Young Adults (18–35)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Top picks: Interstellar · The Dark Knight · Parasite · Dune · ...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914400"/>
            <a:ext cx="3108960" cy="11887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669280" y="914400"/>
            <a:ext cx="128016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870448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70448" y="1316736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Flask (Python)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REST API — /api/result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CORS-enabled for local dev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0" y="2221992"/>
            <a:ext cx="3108960" cy="11887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669280" y="2221992"/>
            <a:ext cx="128016" cy="1188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870448" y="2313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70448" y="262432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React + Vite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CSS-styled responsive UI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Real-time API integration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0" y="3529584"/>
            <a:ext cx="3108960" cy="11887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669280" y="3529584"/>
            <a:ext cx="128016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870448" y="36210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Layer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70448" y="393192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CSV-backed recommendation engine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Pandas for data processing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Hybrid score ranking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 &amp; KEY INSIGHTS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60120"/>
          <a:ext cx="38404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389120" y="960120"/>
          <a:ext cx="43891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023360"/>
            <a:ext cx="841248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548640" y="40599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437083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▸  Young Adults (18–35) form the largest segment at ~40% of the user base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02920" y="462686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▸  Animation &amp; Drama score highest in average ratings across all segments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709160" y="437083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▸  Hybrid scoring outperforms pure content-based filtering for cross-age groups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709160" y="462686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▸  The Elbow Method converged clearly at K=4, validating the age-group hypothesis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FUTURE SCOPE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286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✅  What I Achieved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·  End-to-end unsupervised ML pipeline built from scratch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50545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·  4 meaningful customer segments identified via K-Means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98094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·  Content-based recommendation system with hybrid scoring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·  Live interactive web app (Flask + React) deployed locally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🚀  Future Scope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0299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·  Collaborative filtering to enrich recommendations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250545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·  Real-time user behaviour tracking &amp; dynamic re-clustering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298094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·  Deep learning embeddings (autoencoders) for latent features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34564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·  Deploy on cloud (AWS / GCP) with scalable data pipelines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-61275" y="4572000"/>
            <a:ext cx="9144000" cy="57150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747</Words>
  <Application>Microsoft Office PowerPoint</Application>
  <PresentationFormat>On-screen Show (16:9)</PresentationFormat>
  <Paragraphs>162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using Clustering Algorithms</dc:title>
  <dc:subject>PptxGenJS Presentation</dc:subject>
  <dc:creator>PptxGenJS</dc:creator>
  <cp:lastModifiedBy>Divya Sreenidhi Arigala</cp:lastModifiedBy>
  <cp:revision>4</cp:revision>
  <dcterms:created xsi:type="dcterms:W3CDTF">2026-05-03T03:54:30Z</dcterms:created>
  <dcterms:modified xsi:type="dcterms:W3CDTF">2026-05-03T19:50:26Z</dcterms:modified>
</cp:coreProperties>
</file>